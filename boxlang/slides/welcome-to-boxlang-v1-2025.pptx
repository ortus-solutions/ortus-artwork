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4"/>
    </p:embeddedFont>
    <p:embeddedFont>
      <p:font typeface="Atkinson Hyperlegible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6.jpeg" Type="http://schemas.openxmlformats.org/officeDocument/2006/relationships/image"/><Relationship Id="rId6" Target="../media/aAGBhYxbgZo.m4a" Type="http://schemas.microsoft.com/office/2007/relationships/media"/><Relationship Id="rId7" Target="../media/aAGBhYxbgZo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17" Target="../media/image37.png" Type="http://schemas.openxmlformats.org/officeDocument/2006/relationships/image"/><Relationship Id="rId18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59.png" Type="http://schemas.openxmlformats.org/officeDocument/2006/relationships/image"/><Relationship Id="rId14" Target="../media/image60.png" Type="http://schemas.openxmlformats.org/officeDocument/2006/relationships/image"/><Relationship Id="rId15" Target="../media/image61.svg" Type="http://schemas.openxmlformats.org/officeDocument/2006/relationships/image"/><Relationship Id="rId16" Target="../media/image62.png" Type="http://schemas.openxmlformats.org/officeDocument/2006/relationships/image"/><Relationship Id="rId17" Target="../media/image63.png" Type="http://schemas.openxmlformats.org/officeDocument/2006/relationships/image"/><Relationship Id="rId18" Target="../media/image64.svg" Type="http://schemas.openxmlformats.org/officeDocument/2006/relationships/image"/><Relationship Id="rId19" Target="../media/image65.png" Type="http://schemas.openxmlformats.org/officeDocument/2006/relationships/image"/><Relationship Id="rId2" Target="../media/image1.png" Type="http://schemas.openxmlformats.org/officeDocument/2006/relationships/image"/><Relationship Id="rId20" Target="../media/image66.svg" Type="http://schemas.openxmlformats.org/officeDocument/2006/relationships/image"/><Relationship Id="rId21" Target="../media/image67.png" Type="http://schemas.openxmlformats.org/officeDocument/2006/relationships/image"/><Relationship Id="rId22" Target="../media/image68.svg" Type="http://schemas.openxmlformats.org/officeDocument/2006/relationships/image"/><Relationship Id="rId23" Target="../media/image69.png" Type="http://schemas.openxmlformats.org/officeDocument/2006/relationships/image"/><Relationship Id="rId24" Target="../media/image70.svg" Type="http://schemas.openxmlformats.org/officeDocument/2006/relationships/image"/><Relationship Id="rId25" Target="../media/image71.png" Type="http://schemas.openxmlformats.org/officeDocument/2006/relationships/image"/><Relationship Id="rId26" Target="../media/image72.png" Type="http://schemas.openxmlformats.org/officeDocument/2006/relationships/image"/><Relationship Id="rId27" Target="../media/image7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4.png" Type="http://schemas.openxmlformats.org/officeDocument/2006/relationships/image"/><Relationship Id="rId6" Target="../media/image7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88853" y="-681719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8"/>
                </a:lnTo>
                <a:lnTo>
                  <a:pt x="0" y="1165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59350" y="4185749"/>
            <a:ext cx="7704341" cy="16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0"/>
              </a:lnSpc>
            </a:pPr>
            <a:r>
              <a:rPr lang="en-US" sz="9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 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29301" y="3832569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8" y="0"/>
                </a:lnTo>
                <a:lnTo>
                  <a:pt x="11517398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48794" y="4701452"/>
            <a:ext cx="6079856" cy="884095"/>
          </a:xfrm>
          <a:custGeom>
            <a:avLst/>
            <a:gdLst/>
            <a:ahLst/>
            <a:cxnLst/>
            <a:rect r="r" b="b" t="t" l="l"/>
            <a:pathLst>
              <a:path h="884095" w="6079856">
                <a:moveTo>
                  <a:pt x="0" y="0"/>
                </a:moveTo>
                <a:lnTo>
                  <a:pt x="6079856" y="0"/>
                </a:lnTo>
                <a:lnTo>
                  <a:pt x="6079856" y="884096"/>
                </a:lnTo>
                <a:lnTo>
                  <a:pt x="0" y="8840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>
                  <p14:fade out="42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6"/>
                </p:tgtEl>
              </p:cBhvr>
            </p:cmd>
            <p:audio>
              <p:cMediaNode vol="100000" showWhenStopped="false">
                <p:cTn/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88853" y="-681719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8"/>
                </a:lnTo>
                <a:lnTo>
                  <a:pt x="0" y="1165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29301" y="3832569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8" y="0"/>
                </a:lnTo>
                <a:lnTo>
                  <a:pt x="11517398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03324" y="1167309"/>
            <a:ext cx="3384385" cy="492137"/>
          </a:xfrm>
          <a:custGeom>
            <a:avLst/>
            <a:gdLst/>
            <a:ahLst/>
            <a:cxnLst/>
            <a:rect r="r" b="b" t="t" l="l"/>
            <a:pathLst>
              <a:path h="492137" w="3384385">
                <a:moveTo>
                  <a:pt x="0" y="0"/>
                </a:moveTo>
                <a:lnTo>
                  <a:pt x="3384385" y="0"/>
                </a:lnTo>
                <a:lnTo>
                  <a:pt x="3384385" y="492136"/>
                </a:lnTo>
                <a:lnTo>
                  <a:pt x="0" y="4921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70673" y="1967183"/>
            <a:ext cx="4346655" cy="390084"/>
          </a:xfrm>
          <a:custGeom>
            <a:avLst/>
            <a:gdLst/>
            <a:ahLst/>
            <a:cxnLst/>
            <a:rect r="r" b="b" t="t" l="l"/>
            <a:pathLst>
              <a:path h="390084" w="4346655">
                <a:moveTo>
                  <a:pt x="0" y="0"/>
                </a:moveTo>
                <a:lnTo>
                  <a:pt x="4346654" y="0"/>
                </a:lnTo>
                <a:lnTo>
                  <a:pt x="4346654" y="390085"/>
                </a:lnTo>
                <a:lnTo>
                  <a:pt x="0" y="390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72509" y="2357268"/>
            <a:ext cx="7315200" cy="860612"/>
          </a:xfrm>
          <a:custGeom>
            <a:avLst/>
            <a:gdLst/>
            <a:ahLst/>
            <a:cxnLst/>
            <a:rect r="r" b="b" t="t" l="l"/>
            <a:pathLst>
              <a:path h="860612" w="7315200">
                <a:moveTo>
                  <a:pt x="0" y="0"/>
                </a:moveTo>
                <a:lnTo>
                  <a:pt x="7315200" y="0"/>
                </a:lnTo>
                <a:lnTo>
                  <a:pt x="7315200" y="860611"/>
                </a:lnTo>
                <a:lnTo>
                  <a:pt x="0" y="8606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95427" y="2787573"/>
            <a:ext cx="13097145" cy="6286630"/>
          </a:xfrm>
          <a:custGeom>
            <a:avLst/>
            <a:gdLst/>
            <a:ahLst/>
            <a:cxnLst/>
            <a:rect r="r" b="b" t="t" l="l"/>
            <a:pathLst>
              <a:path h="6286630" w="13097145">
                <a:moveTo>
                  <a:pt x="0" y="0"/>
                </a:moveTo>
                <a:lnTo>
                  <a:pt x="13097146" y="0"/>
                </a:lnTo>
                <a:lnTo>
                  <a:pt x="13097146" y="6286630"/>
                </a:lnTo>
                <a:lnTo>
                  <a:pt x="0" y="6286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00291" y="885825"/>
            <a:ext cx="4288663" cy="91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2"/>
              </a:lnSpc>
            </a:pPr>
            <a:r>
              <a:rPr lang="en-US" sz="506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 TO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87495" y="-5159216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8" y="0"/>
                </a:lnTo>
                <a:lnTo>
                  <a:pt x="11517398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82664" y="722511"/>
            <a:ext cx="18500063" cy="15239427"/>
          </a:xfrm>
          <a:custGeom>
            <a:avLst/>
            <a:gdLst/>
            <a:ahLst/>
            <a:cxnLst/>
            <a:rect r="r" b="b" t="t" l="l"/>
            <a:pathLst>
              <a:path h="15239427" w="18500063">
                <a:moveTo>
                  <a:pt x="0" y="0"/>
                </a:moveTo>
                <a:lnTo>
                  <a:pt x="18500062" y="0"/>
                </a:lnTo>
                <a:lnTo>
                  <a:pt x="18500062" y="15239427"/>
                </a:lnTo>
                <a:lnTo>
                  <a:pt x="0" y="15239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73753" y="2893495"/>
            <a:ext cx="9398528" cy="93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spc="80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Meet BoxLang!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73753" y="4078804"/>
            <a:ext cx="9398528" cy="31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spc="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4499" spc="697" b="true">
                <a:solidFill>
                  <a:srgbClr val="FFF500"/>
                </a:solidFill>
                <a:latin typeface="Poppins Bold"/>
                <a:ea typeface="Poppins Bold"/>
                <a:cs typeface="Poppins Bold"/>
                <a:sym typeface="Poppins Bold"/>
              </a:rPr>
              <a:t>modern, dynamic JVM programming language</a:t>
            </a:r>
            <a:r>
              <a:rPr lang="en-US" sz="4499" spc="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framework built for modern developers!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9959" y="2226134"/>
            <a:ext cx="5834732" cy="583473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837121" y="3403192"/>
            <a:ext cx="3720408" cy="3480616"/>
          </a:xfrm>
          <a:custGeom>
            <a:avLst/>
            <a:gdLst/>
            <a:ahLst/>
            <a:cxnLst/>
            <a:rect r="r" b="b" t="t" l="l"/>
            <a:pathLst>
              <a:path h="3480616" w="3720408">
                <a:moveTo>
                  <a:pt x="0" y="0"/>
                </a:moveTo>
                <a:lnTo>
                  <a:pt x="3720408" y="0"/>
                </a:lnTo>
                <a:lnTo>
                  <a:pt x="3720408" y="3480616"/>
                </a:lnTo>
                <a:lnTo>
                  <a:pt x="0" y="34806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87495" y="2279642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8" y="0"/>
                </a:lnTo>
                <a:lnTo>
                  <a:pt x="11517398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82664" y="-6591013"/>
            <a:ext cx="18500063" cy="15239427"/>
          </a:xfrm>
          <a:custGeom>
            <a:avLst/>
            <a:gdLst/>
            <a:ahLst/>
            <a:cxnLst/>
            <a:rect r="r" b="b" t="t" l="l"/>
            <a:pathLst>
              <a:path h="15239427" w="18500063">
                <a:moveTo>
                  <a:pt x="0" y="0"/>
                </a:moveTo>
                <a:lnTo>
                  <a:pt x="18500062" y="0"/>
                </a:lnTo>
                <a:lnTo>
                  <a:pt x="18500062" y="15239426"/>
                </a:lnTo>
                <a:lnTo>
                  <a:pt x="0" y="15239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2034" y="4821130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5" y="0"/>
                </a:lnTo>
                <a:lnTo>
                  <a:pt x="1140305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43326" y="4791207"/>
            <a:ext cx="342267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Trusted speed &amp; scalability.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2034" y="1914098"/>
            <a:ext cx="11813771" cy="224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b="true" sz="6299" spc="9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BUILT FOR THE JVM ECOSYSTEM.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22034" y="6632734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5" y="0"/>
                </a:lnTo>
                <a:lnTo>
                  <a:pt x="1140305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43326" y="6602811"/>
            <a:ext cx="342267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Professional Supported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027396" y="6632734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53450" y="6602811"/>
            <a:ext cx="387555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Dynamic, Modular, Productive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027396" y="4821130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453450" y="4791207"/>
            <a:ext cx="350893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Java compatible workflows.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724385" y="4821130"/>
            <a:ext cx="1129896" cy="1129896"/>
          </a:xfrm>
          <a:custGeom>
            <a:avLst/>
            <a:gdLst/>
            <a:ahLst/>
            <a:cxnLst/>
            <a:rect r="r" b="b" t="t" l="l"/>
            <a:pathLst>
              <a:path h="1129896" w="1129896">
                <a:moveTo>
                  <a:pt x="0" y="0"/>
                </a:moveTo>
                <a:lnTo>
                  <a:pt x="1129896" y="0"/>
                </a:lnTo>
                <a:lnTo>
                  <a:pt x="1129896" y="1129896"/>
                </a:lnTo>
                <a:lnTo>
                  <a:pt x="0" y="112989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140031" y="4786003"/>
            <a:ext cx="272593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 Source</a:t>
            </a:r>
          </a:p>
          <a:p>
            <a:pPr algn="l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Spirit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0766" y="9392962"/>
            <a:ext cx="537876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WHAT IS BOXLANG?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88853" y="-681719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8"/>
                </a:lnTo>
                <a:lnTo>
                  <a:pt x="0" y="1165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97247" y="4943475"/>
            <a:ext cx="11314146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 JAVA DEVELOPERS?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29301" y="3832569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8" y="0"/>
                </a:lnTo>
                <a:lnTo>
                  <a:pt x="11517398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92820" y="4250064"/>
            <a:ext cx="4810170" cy="699465"/>
          </a:xfrm>
          <a:custGeom>
            <a:avLst/>
            <a:gdLst/>
            <a:ahLst/>
            <a:cxnLst/>
            <a:rect r="r" b="b" t="t" l="l"/>
            <a:pathLst>
              <a:path h="699465" w="4810170">
                <a:moveTo>
                  <a:pt x="0" y="0"/>
                </a:moveTo>
                <a:lnTo>
                  <a:pt x="4810170" y="0"/>
                </a:lnTo>
                <a:lnTo>
                  <a:pt x="4810170" y="699465"/>
                </a:lnTo>
                <a:lnTo>
                  <a:pt x="0" y="699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05651" y="3850005"/>
            <a:ext cx="2406811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9547" y="-5409303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9"/>
                </a:lnTo>
                <a:lnTo>
                  <a:pt x="0" y="1165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53478" y="4998483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9" y="0"/>
                </a:lnTo>
                <a:lnTo>
                  <a:pt x="11517399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09093" y="9392962"/>
            <a:ext cx="63504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WHY BOXLANG FOR JAVA DEVELOPERS?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2034" y="2108192"/>
            <a:ext cx="11813771" cy="224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b="true" sz="6299" spc="9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BUILT FOR JAVA DEVELOPER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22034" y="4998483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5" y="0"/>
                </a:lnTo>
                <a:lnTo>
                  <a:pt x="1140305" y="1140305"/>
                </a:lnTo>
                <a:lnTo>
                  <a:pt x="0" y="11403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05226" y="4968561"/>
            <a:ext cx="342267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Java interop &amp; inference.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20294" y="4998483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5"/>
                </a:lnTo>
                <a:lnTo>
                  <a:pt x="0" y="11403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098723" y="4968561"/>
            <a:ext cx="427093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Profesional support &amp; innovation.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862056" y="4998483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5"/>
                </a:lnTo>
                <a:lnTo>
                  <a:pt x="0" y="1140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40485" y="4968561"/>
            <a:ext cx="272593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Utilize any Java library.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89076" y="-7479387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9"/>
                </a:lnTo>
                <a:lnTo>
                  <a:pt x="0" y="1165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4219" y="-825440"/>
            <a:ext cx="18587412" cy="15311381"/>
          </a:xfrm>
          <a:custGeom>
            <a:avLst/>
            <a:gdLst/>
            <a:ahLst/>
            <a:cxnLst/>
            <a:rect r="r" b="b" t="t" l="l"/>
            <a:pathLst>
              <a:path h="15311381" w="18587412">
                <a:moveTo>
                  <a:pt x="0" y="0"/>
                </a:moveTo>
                <a:lnTo>
                  <a:pt x="18587412" y="0"/>
                </a:lnTo>
                <a:lnTo>
                  <a:pt x="18587412" y="15311380"/>
                </a:lnTo>
                <a:lnTo>
                  <a:pt x="0" y="1531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09093" y="9392962"/>
            <a:ext cx="63504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WHY BOXLANG FOR JAVA DEVELOPERS?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917" y="2292478"/>
            <a:ext cx="15372167" cy="11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b="true" sz="6299" spc="9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MULTI-RUNTIME VERSATILITY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692992" y="3956134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00177" y="5095465"/>
            <a:ext cx="272593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Desktops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946896" y="3956134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154081" y="5095465"/>
            <a:ext cx="272593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Embedded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00800" y="3956134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07984" y="5095465"/>
            <a:ext cx="272593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 Servers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454704" y="3956134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661888" y="5095465"/>
            <a:ext cx="272593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573848" y="6157138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781033" y="7299198"/>
            <a:ext cx="272593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JSR223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827752" y="6157138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4"/>
                </a:lnTo>
                <a:lnTo>
                  <a:pt x="0" y="114030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034936" y="7299198"/>
            <a:ext cx="272593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319944" y="6158502"/>
            <a:ext cx="1140304" cy="1140304"/>
          </a:xfrm>
          <a:custGeom>
            <a:avLst/>
            <a:gdLst/>
            <a:ahLst/>
            <a:cxnLst/>
            <a:rect r="r" b="b" t="t" l="l"/>
            <a:pathLst>
              <a:path h="1140304" w="1140304">
                <a:moveTo>
                  <a:pt x="0" y="0"/>
                </a:moveTo>
                <a:lnTo>
                  <a:pt x="1140304" y="0"/>
                </a:lnTo>
                <a:lnTo>
                  <a:pt x="1140304" y="1140305"/>
                </a:lnTo>
                <a:lnTo>
                  <a:pt x="0" y="11403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527129" y="7297833"/>
            <a:ext cx="272593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500" spc="3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10372" y="4998483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9" y="0"/>
                </a:lnTo>
                <a:lnTo>
                  <a:pt x="11517399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722484" y="-5827975"/>
            <a:ext cx="22582013" cy="18601933"/>
          </a:xfrm>
          <a:custGeom>
            <a:avLst/>
            <a:gdLst/>
            <a:ahLst/>
            <a:cxnLst/>
            <a:rect r="r" b="b" t="t" l="l"/>
            <a:pathLst>
              <a:path h="18601933" w="22582013">
                <a:moveTo>
                  <a:pt x="0" y="0"/>
                </a:moveTo>
                <a:lnTo>
                  <a:pt x="22582013" y="0"/>
                </a:lnTo>
                <a:lnTo>
                  <a:pt x="22582013" y="18601933"/>
                </a:lnTo>
                <a:lnTo>
                  <a:pt x="0" y="18601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8002" y="2459955"/>
            <a:ext cx="5497020" cy="5367090"/>
          </a:xfrm>
          <a:custGeom>
            <a:avLst/>
            <a:gdLst/>
            <a:ahLst/>
            <a:cxnLst/>
            <a:rect r="r" b="b" t="t" l="l"/>
            <a:pathLst>
              <a:path h="5367090" w="5497020">
                <a:moveTo>
                  <a:pt x="0" y="0"/>
                </a:moveTo>
                <a:lnTo>
                  <a:pt x="5497020" y="0"/>
                </a:lnTo>
                <a:lnTo>
                  <a:pt x="5497020" y="5367090"/>
                </a:lnTo>
                <a:lnTo>
                  <a:pt x="0" y="53670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19286" y="5292411"/>
            <a:ext cx="9957072" cy="199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spc="57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Write less, achieve more:</a:t>
            </a:r>
            <a:r>
              <a:rPr lang="en-US" sz="3699" spc="5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Lambdas, Immutability, Closures &amp; more.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09093" y="9392962"/>
            <a:ext cx="63504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WHY BOXLANG FOR JAVA DEVELOPERS?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9286" y="2831143"/>
            <a:ext cx="8061280" cy="224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b="true" sz="6299" spc="9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EXPRESSIVE SYNTAX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04988" y="2997774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9"/>
                </a:lnTo>
                <a:lnTo>
                  <a:pt x="0" y="1165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09093" y="-2483781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9" y="0"/>
                </a:lnTo>
                <a:lnTo>
                  <a:pt x="11517399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7158" y="2654094"/>
            <a:ext cx="4978812" cy="4978812"/>
          </a:xfrm>
          <a:custGeom>
            <a:avLst/>
            <a:gdLst/>
            <a:ahLst/>
            <a:cxnLst/>
            <a:rect r="r" b="b" t="t" l="l"/>
            <a:pathLst>
              <a:path h="4978812" w="4978812">
                <a:moveTo>
                  <a:pt x="0" y="0"/>
                </a:moveTo>
                <a:lnTo>
                  <a:pt x="4978812" y="0"/>
                </a:lnTo>
                <a:lnTo>
                  <a:pt x="4978812" y="4978812"/>
                </a:lnTo>
                <a:lnTo>
                  <a:pt x="0" y="49788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43510" y="5620469"/>
            <a:ext cx="10056044" cy="133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spc="5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Harness the JVM’s power for performance you can trust.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09093" y="9392962"/>
            <a:ext cx="63504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WHY BOXLANG FOR JAVA DEVELOPERS?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43510" y="3160310"/>
            <a:ext cx="8726637" cy="224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b="true" sz="6299" spc="9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SPEED AND SCALABILITY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82219" y="-4125610"/>
            <a:ext cx="20550568" cy="16928531"/>
          </a:xfrm>
          <a:custGeom>
            <a:avLst/>
            <a:gdLst/>
            <a:ahLst/>
            <a:cxnLst/>
            <a:rect r="r" b="b" t="t" l="l"/>
            <a:pathLst>
              <a:path h="16928531" w="20550568">
                <a:moveTo>
                  <a:pt x="0" y="0"/>
                </a:moveTo>
                <a:lnTo>
                  <a:pt x="20550569" y="0"/>
                </a:lnTo>
                <a:lnTo>
                  <a:pt x="20550569" y="16928531"/>
                </a:lnTo>
                <a:lnTo>
                  <a:pt x="0" y="16928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10835" y="-1451457"/>
            <a:ext cx="18760507" cy="15453968"/>
          </a:xfrm>
          <a:custGeom>
            <a:avLst/>
            <a:gdLst/>
            <a:ahLst/>
            <a:cxnLst/>
            <a:rect r="r" b="b" t="t" l="l"/>
            <a:pathLst>
              <a:path h="15453968" w="18760507">
                <a:moveTo>
                  <a:pt x="0" y="0"/>
                </a:moveTo>
                <a:lnTo>
                  <a:pt x="18760507" y="0"/>
                </a:lnTo>
                <a:lnTo>
                  <a:pt x="18760507" y="15453968"/>
                </a:lnTo>
                <a:lnTo>
                  <a:pt x="0" y="15453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18758" y="6125945"/>
            <a:ext cx="9250484" cy="1605858"/>
            <a:chOff x="0" y="0"/>
            <a:chExt cx="2901832" cy="503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01832" cy="503750"/>
            </a:xfrm>
            <a:custGeom>
              <a:avLst/>
              <a:gdLst/>
              <a:ahLst/>
              <a:cxnLst/>
              <a:rect r="r" b="b" t="t" l="l"/>
              <a:pathLst>
                <a:path h="503750" w="2901832">
                  <a:moveTo>
                    <a:pt x="35988" y="0"/>
                  </a:moveTo>
                  <a:lnTo>
                    <a:pt x="2865844" y="0"/>
                  </a:lnTo>
                  <a:cubicBezTo>
                    <a:pt x="2885720" y="0"/>
                    <a:pt x="2901832" y="16112"/>
                    <a:pt x="2901832" y="35988"/>
                  </a:cubicBezTo>
                  <a:lnTo>
                    <a:pt x="2901832" y="467762"/>
                  </a:lnTo>
                  <a:cubicBezTo>
                    <a:pt x="2901832" y="487638"/>
                    <a:pt x="2885720" y="503750"/>
                    <a:pt x="2865844" y="503750"/>
                  </a:cubicBezTo>
                  <a:lnTo>
                    <a:pt x="35988" y="503750"/>
                  </a:lnTo>
                  <a:cubicBezTo>
                    <a:pt x="16112" y="503750"/>
                    <a:pt x="0" y="487638"/>
                    <a:pt x="0" y="467762"/>
                  </a:cubicBezTo>
                  <a:lnTo>
                    <a:pt x="0" y="35988"/>
                  </a:lnTo>
                  <a:cubicBezTo>
                    <a:pt x="0" y="16112"/>
                    <a:pt x="16112" y="0"/>
                    <a:pt x="35988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42875"/>
              <a:ext cx="2901832" cy="64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72863" y="6460819"/>
            <a:ext cx="1875346" cy="936110"/>
          </a:xfrm>
          <a:custGeom>
            <a:avLst/>
            <a:gdLst/>
            <a:ahLst/>
            <a:cxnLst/>
            <a:rect r="r" b="b" t="t" l="l"/>
            <a:pathLst>
              <a:path h="936110" w="1875346">
                <a:moveTo>
                  <a:pt x="0" y="0"/>
                </a:moveTo>
                <a:lnTo>
                  <a:pt x="1875347" y="0"/>
                </a:lnTo>
                <a:lnTo>
                  <a:pt x="1875347" y="936110"/>
                </a:lnTo>
                <a:lnTo>
                  <a:pt x="0" y="936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39790" y="6466764"/>
            <a:ext cx="957741" cy="924220"/>
          </a:xfrm>
          <a:custGeom>
            <a:avLst/>
            <a:gdLst/>
            <a:ahLst/>
            <a:cxnLst/>
            <a:rect r="r" b="b" t="t" l="l"/>
            <a:pathLst>
              <a:path h="924220" w="957741">
                <a:moveTo>
                  <a:pt x="0" y="0"/>
                </a:moveTo>
                <a:lnTo>
                  <a:pt x="957741" y="0"/>
                </a:lnTo>
                <a:lnTo>
                  <a:pt x="957741" y="924220"/>
                </a:lnTo>
                <a:lnTo>
                  <a:pt x="0" y="924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29082" y="6466764"/>
            <a:ext cx="1737996" cy="840151"/>
          </a:xfrm>
          <a:custGeom>
            <a:avLst/>
            <a:gdLst/>
            <a:ahLst/>
            <a:cxnLst/>
            <a:rect r="r" b="b" t="t" l="l"/>
            <a:pathLst>
              <a:path h="840151" w="1737996">
                <a:moveTo>
                  <a:pt x="0" y="0"/>
                </a:moveTo>
                <a:lnTo>
                  <a:pt x="1737996" y="0"/>
                </a:lnTo>
                <a:lnTo>
                  <a:pt x="1737996" y="840152"/>
                </a:lnTo>
                <a:lnTo>
                  <a:pt x="0" y="8401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6466764"/>
            <a:ext cx="1819947" cy="866642"/>
          </a:xfrm>
          <a:custGeom>
            <a:avLst/>
            <a:gdLst/>
            <a:ahLst/>
            <a:cxnLst/>
            <a:rect r="r" b="b" t="t" l="l"/>
            <a:pathLst>
              <a:path h="866642" w="1819947">
                <a:moveTo>
                  <a:pt x="0" y="0"/>
                </a:moveTo>
                <a:lnTo>
                  <a:pt x="1819947" y="0"/>
                </a:lnTo>
                <a:lnTo>
                  <a:pt x="1819947" y="866642"/>
                </a:lnTo>
                <a:lnTo>
                  <a:pt x="0" y="8666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509093" y="9392962"/>
            <a:ext cx="63504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WHY BOXLANG FOR JAVA DEVELOPERS?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09181" y="2383747"/>
            <a:ext cx="9869637" cy="224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b="true" sz="6299" spc="9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MULTI-LANGUAGE, MULTI-PARSER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5053" y="4774843"/>
            <a:ext cx="11017893" cy="77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5"/>
              </a:lnSpc>
              <a:spcBef>
                <a:spcPct val="0"/>
              </a:spcBef>
            </a:pPr>
            <a:r>
              <a:rPr lang="en-US" sz="3699" spc="5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Parse multiple languages to BL-AST.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9547" y="-5409303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9"/>
                </a:lnTo>
                <a:lnTo>
                  <a:pt x="0" y="1165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53478" y="4998483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9" y="0"/>
                </a:lnTo>
                <a:lnTo>
                  <a:pt x="11517399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09093" y="2490835"/>
            <a:ext cx="5882925" cy="5305329"/>
          </a:xfrm>
          <a:custGeom>
            <a:avLst/>
            <a:gdLst/>
            <a:ahLst/>
            <a:cxnLst/>
            <a:rect r="r" b="b" t="t" l="l"/>
            <a:pathLst>
              <a:path h="5305329" w="5882925">
                <a:moveTo>
                  <a:pt x="0" y="0"/>
                </a:moveTo>
                <a:lnTo>
                  <a:pt x="5882926" y="0"/>
                </a:lnTo>
                <a:lnTo>
                  <a:pt x="5882926" y="5305330"/>
                </a:lnTo>
                <a:lnTo>
                  <a:pt x="0" y="5305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09093" y="9392962"/>
            <a:ext cx="63504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WHY BOXLANG FOR JAVA DEVELOPERS?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63799"/>
            <a:ext cx="9957072" cy="264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spc="5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Native support for Serverless, Docker, Cloud, Web, Mobile with modular, plug-and-play architecture.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502531"/>
            <a:ext cx="9957072" cy="224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b="true" sz="6299" spc="9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MADE FOR MODERN DEVELOPMENT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9547" y="-5409303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9"/>
                </a:lnTo>
                <a:lnTo>
                  <a:pt x="0" y="1165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53478" y="4998483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9" y="0"/>
                </a:lnTo>
                <a:lnTo>
                  <a:pt x="11517399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509093" y="9392962"/>
            <a:ext cx="63504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WHY BOXLANG FOR JAVA DEVELOPERS?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175524" y="2668072"/>
            <a:ext cx="4324030" cy="4950855"/>
          </a:xfrm>
          <a:custGeom>
            <a:avLst/>
            <a:gdLst/>
            <a:ahLst/>
            <a:cxnLst/>
            <a:rect r="r" b="b" t="t" l="l"/>
            <a:pathLst>
              <a:path h="4950855" w="4324030">
                <a:moveTo>
                  <a:pt x="0" y="0"/>
                </a:moveTo>
                <a:lnTo>
                  <a:pt x="4324030" y="0"/>
                </a:lnTo>
                <a:lnTo>
                  <a:pt x="4324030" y="4950856"/>
                </a:lnTo>
                <a:lnTo>
                  <a:pt x="0" y="495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5221" y="3380421"/>
            <a:ext cx="9957072" cy="335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b="true" sz="6299" spc="9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NOT ONLY A LANGUAGE, BUT A FRAMEWORK!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9547" y="-5409303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9"/>
                </a:lnTo>
                <a:lnTo>
                  <a:pt x="0" y="1165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53478" y="4998483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9" y="0"/>
                </a:lnTo>
                <a:lnTo>
                  <a:pt x="11517399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09093" y="9392962"/>
            <a:ext cx="63504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WHY BOXLANG FOR JAVA DEVELOPERS?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873716" y="1684928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914400" w="914400">
                <a:moveTo>
                  <a:pt x="0" y="0"/>
                </a:moveTo>
                <a:lnTo>
                  <a:pt x="914400" y="0"/>
                </a:lnTo>
                <a:lnTo>
                  <a:pt x="914400" y="914399"/>
                </a:lnTo>
                <a:lnTo>
                  <a:pt x="0" y="9143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29157" y="1650737"/>
            <a:ext cx="3422671" cy="91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Async &amp; parallel computing.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873716" y="5044041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914400" w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029157" y="5009851"/>
            <a:ext cx="3422671" cy="91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JSON, XML, YAML as native types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943806" y="6609965"/>
            <a:ext cx="774220" cy="774220"/>
          </a:xfrm>
          <a:custGeom>
            <a:avLst/>
            <a:gdLst/>
            <a:ahLst/>
            <a:cxnLst/>
            <a:rect r="r" b="b" t="t" l="l"/>
            <a:pathLst>
              <a:path h="774220" w="774220">
                <a:moveTo>
                  <a:pt x="0" y="0"/>
                </a:moveTo>
                <a:lnTo>
                  <a:pt x="774220" y="0"/>
                </a:lnTo>
                <a:lnTo>
                  <a:pt x="774220" y="774220"/>
                </a:lnTo>
                <a:lnTo>
                  <a:pt x="0" y="7742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029157" y="6483106"/>
            <a:ext cx="3638331" cy="91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PDFs, Spreadsheets and more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842225" y="8052717"/>
            <a:ext cx="977383" cy="977383"/>
          </a:xfrm>
          <a:custGeom>
            <a:avLst/>
            <a:gdLst/>
            <a:ahLst/>
            <a:cxnLst/>
            <a:rect r="r" b="b" t="t" l="l"/>
            <a:pathLst>
              <a:path h="977383" w="977383">
                <a:moveTo>
                  <a:pt x="0" y="0"/>
                </a:moveTo>
                <a:lnTo>
                  <a:pt x="977382" y="0"/>
                </a:lnTo>
                <a:lnTo>
                  <a:pt x="977382" y="977382"/>
                </a:lnTo>
                <a:lnTo>
                  <a:pt x="0" y="977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29157" y="8050018"/>
            <a:ext cx="3638331" cy="91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ESAPI, Encryption and more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873716" y="3188653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914400" w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029157" y="3096932"/>
            <a:ext cx="3594728" cy="138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HTTP/FTP Communications Framework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89242" y="1708832"/>
            <a:ext cx="854487" cy="854487"/>
          </a:xfrm>
          <a:custGeom>
            <a:avLst/>
            <a:gdLst/>
            <a:ahLst/>
            <a:cxnLst/>
            <a:rect r="r" b="b" t="t" l="l"/>
            <a:pathLst>
              <a:path h="854487" w="854487">
                <a:moveTo>
                  <a:pt x="0" y="0"/>
                </a:moveTo>
                <a:lnTo>
                  <a:pt x="854487" y="0"/>
                </a:lnTo>
                <a:lnTo>
                  <a:pt x="854487" y="854487"/>
                </a:lnTo>
                <a:lnTo>
                  <a:pt x="0" y="8544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13286" y="1649682"/>
            <a:ext cx="3422671" cy="91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Portable, fluent tasks.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59286" y="506662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914400" w="914400">
                <a:moveTo>
                  <a:pt x="0" y="0"/>
                </a:moveTo>
                <a:lnTo>
                  <a:pt x="914399" y="0"/>
                </a:lnTo>
                <a:lnTo>
                  <a:pt x="914399" y="914399"/>
                </a:lnTo>
                <a:lnTo>
                  <a:pt x="0" y="91439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013286" y="5243213"/>
            <a:ext cx="3422671" cy="44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Hibernate ORM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13201" y="6593790"/>
            <a:ext cx="806570" cy="806570"/>
          </a:xfrm>
          <a:custGeom>
            <a:avLst/>
            <a:gdLst/>
            <a:ahLst/>
            <a:cxnLst/>
            <a:rect r="r" b="b" t="t" l="l"/>
            <a:pathLst>
              <a:path h="806570" w="806570">
                <a:moveTo>
                  <a:pt x="0" y="0"/>
                </a:moveTo>
                <a:lnTo>
                  <a:pt x="806569" y="0"/>
                </a:lnTo>
                <a:lnTo>
                  <a:pt x="806569" y="806570"/>
                </a:lnTo>
                <a:lnTo>
                  <a:pt x="0" y="80657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13286" y="6716469"/>
            <a:ext cx="3638331" cy="44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Email Framework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59286" y="3211232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914400" w="914400">
                <a:moveTo>
                  <a:pt x="0" y="0"/>
                </a:moveTo>
                <a:lnTo>
                  <a:pt x="914399" y="0"/>
                </a:lnTo>
                <a:lnTo>
                  <a:pt x="914399" y="914399"/>
                </a:lnTo>
                <a:lnTo>
                  <a:pt x="0" y="9143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13286" y="3096932"/>
            <a:ext cx="3905250" cy="138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Event-driven programming with interceptors.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591177" y="1708832"/>
            <a:ext cx="1027955" cy="1027955"/>
          </a:xfrm>
          <a:custGeom>
            <a:avLst/>
            <a:gdLst/>
            <a:ahLst/>
            <a:cxnLst/>
            <a:rect r="r" b="b" t="t" l="l"/>
            <a:pathLst>
              <a:path h="1027955" w="1027955">
                <a:moveTo>
                  <a:pt x="0" y="0"/>
                </a:moveTo>
                <a:lnTo>
                  <a:pt x="1027955" y="0"/>
                </a:lnTo>
                <a:lnTo>
                  <a:pt x="1027955" y="1027955"/>
                </a:lnTo>
                <a:lnTo>
                  <a:pt x="0" y="102795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857257" y="1652063"/>
            <a:ext cx="3891861" cy="91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Caching engine &amp; aggregator API.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647954" y="5067946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914400" w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857257" y="5011177"/>
            <a:ext cx="3422671" cy="91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Multi-app deployment.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743122" y="6636369"/>
            <a:ext cx="724065" cy="724065"/>
          </a:xfrm>
          <a:custGeom>
            <a:avLst/>
            <a:gdLst/>
            <a:ahLst/>
            <a:cxnLst/>
            <a:rect r="r" b="b" t="t" l="l"/>
            <a:pathLst>
              <a:path h="724065" w="724065">
                <a:moveTo>
                  <a:pt x="0" y="0"/>
                </a:moveTo>
                <a:lnTo>
                  <a:pt x="724065" y="0"/>
                </a:lnTo>
                <a:lnTo>
                  <a:pt x="724065" y="724065"/>
                </a:lnTo>
                <a:lnTo>
                  <a:pt x="0" y="72406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857257" y="6717795"/>
            <a:ext cx="3638331" cy="44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Manipulation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647954" y="3212558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914400" w="914400">
                <a:moveTo>
                  <a:pt x="0" y="0"/>
                </a:moveTo>
                <a:lnTo>
                  <a:pt x="914400" y="0"/>
                </a:lnTo>
                <a:lnTo>
                  <a:pt x="914400" y="914399"/>
                </a:lnTo>
                <a:lnTo>
                  <a:pt x="0" y="91439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857257" y="3098258"/>
            <a:ext cx="3422671" cy="138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200" spc="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Dynamic queries &amp; transaction management.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3081" y="439058"/>
            <a:ext cx="995707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 spc="4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NOT ONLY A LANGUAGE, BUT A FRAMEWORK!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9547" y="-5409303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9"/>
                </a:lnTo>
                <a:lnTo>
                  <a:pt x="0" y="1165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53478" y="4998483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9" y="0"/>
                </a:lnTo>
                <a:lnTo>
                  <a:pt x="11517399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147" y="512491"/>
            <a:ext cx="2710894" cy="394202"/>
          </a:xfrm>
          <a:custGeom>
            <a:avLst/>
            <a:gdLst/>
            <a:ahLst/>
            <a:cxnLst/>
            <a:rect r="r" b="b" t="t" l="l"/>
            <a:pathLst>
              <a:path h="394202" w="2710894">
                <a:moveTo>
                  <a:pt x="0" y="0"/>
                </a:moveTo>
                <a:lnTo>
                  <a:pt x="2710894" y="0"/>
                </a:lnTo>
                <a:lnTo>
                  <a:pt x="2710894" y="394201"/>
                </a:lnTo>
                <a:lnTo>
                  <a:pt x="0" y="39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98964" y="2331846"/>
            <a:ext cx="5970695" cy="5623309"/>
          </a:xfrm>
          <a:custGeom>
            <a:avLst/>
            <a:gdLst/>
            <a:ahLst/>
            <a:cxnLst/>
            <a:rect r="r" b="b" t="t" l="l"/>
            <a:pathLst>
              <a:path h="5623309" w="5970695">
                <a:moveTo>
                  <a:pt x="0" y="0"/>
                </a:moveTo>
                <a:lnTo>
                  <a:pt x="5970694" y="0"/>
                </a:lnTo>
                <a:lnTo>
                  <a:pt x="5970694" y="5623308"/>
                </a:lnTo>
                <a:lnTo>
                  <a:pt x="0" y="56233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09093" y="9392962"/>
            <a:ext cx="63504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3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WHY BOXLANG FOR JAVA DEVELOPERS?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70147" y="849542"/>
            <a:ext cx="26588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62769"/>
            <a:ext cx="9957072" cy="264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spc="5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 on the ecosystem you know and love, with the flexibility and scalability to transform workflows.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03560"/>
            <a:ext cx="9957072" cy="11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b="true" sz="6299" spc="9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JVM RELIABILITY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88853" y="-681719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8"/>
                </a:lnTo>
                <a:lnTo>
                  <a:pt x="0" y="1165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62453" y="5116343"/>
            <a:ext cx="11363094" cy="157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DESIGNED FOR THE JVM REVOLUTION AND MODERNIZATION!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29301" y="3832569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8" y="0"/>
                </a:lnTo>
                <a:lnTo>
                  <a:pt x="11517398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94991" y="3596494"/>
            <a:ext cx="8898018" cy="1293895"/>
          </a:xfrm>
          <a:custGeom>
            <a:avLst/>
            <a:gdLst/>
            <a:ahLst/>
            <a:cxnLst/>
            <a:rect r="r" b="b" t="t" l="l"/>
            <a:pathLst>
              <a:path h="1293895" w="8898018">
                <a:moveTo>
                  <a:pt x="0" y="0"/>
                </a:moveTo>
                <a:lnTo>
                  <a:pt x="8898018" y="0"/>
                </a:lnTo>
                <a:lnTo>
                  <a:pt x="8898018" y="1293895"/>
                </a:lnTo>
                <a:lnTo>
                  <a:pt x="0" y="12938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88853" y="-681719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8"/>
                </a:lnTo>
                <a:lnTo>
                  <a:pt x="0" y="1165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29301" y="3832569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8" y="0"/>
                </a:lnTo>
                <a:lnTo>
                  <a:pt x="11517398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37049" y="3954910"/>
            <a:ext cx="12813901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READY TO TRY BOXLANG?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432032" y="512491"/>
            <a:ext cx="4449009" cy="646948"/>
          </a:xfrm>
          <a:custGeom>
            <a:avLst/>
            <a:gdLst/>
            <a:ahLst/>
            <a:cxnLst/>
            <a:rect r="r" b="b" t="t" l="l"/>
            <a:pathLst>
              <a:path h="646948" w="4449009">
                <a:moveTo>
                  <a:pt x="0" y="0"/>
                </a:moveTo>
                <a:lnTo>
                  <a:pt x="4449009" y="0"/>
                </a:lnTo>
                <a:lnTo>
                  <a:pt x="4449009" y="646948"/>
                </a:lnTo>
                <a:lnTo>
                  <a:pt x="0" y="6469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674282" y="5465866"/>
            <a:ext cx="8939437" cy="666199"/>
            <a:chOff x="0" y="0"/>
            <a:chExt cx="2192512" cy="1633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2512" cy="163394"/>
            </a:xfrm>
            <a:custGeom>
              <a:avLst/>
              <a:gdLst/>
              <a:ahLst/>
              <a:cxnLst/>
              <a:rect r="r" b="b" t="t" l="l"/>
              <a:pathLst>
                <a:path h="163394" w="2192512">
                  <a:moveTo>
                    <a:pt x="0" y="0"/>
                  </a:moveTo>
                  <a:lnTo>
                    <a:pt x="2192512" y="0"/>
                  </a:lnTo>
                  <a:lnTo>
                    <a:pt x="2192512" y="163394"/>
                  </a:lnTo>
                  <a:lnTo>
                    <a:pt x="0" y="163394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92512" cy="201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193432" y="5403043"/>
            <a:ext cx="7901136" cy="6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spc="5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Visit </a:t>
            </a:r>
            <a:r>
              <a:rPr lang="en-US" sz="3699" spc="573">
                <a:solidFill>
                  <a:srgbClr val="FFF500"/>
                </a:solidFill>
                <a:latin typeface="Poppins"/>
                <a:ea typeface="Poppins"/>
                <a:cs typeface="Poppins"/>
                <a:sym typeface="Poppins"/>
              </a:rPr>
              <a:t>try.boxLang.io</a:t>
            </a:r>
            <a:r>
              <a:rPr lang="en-US" sz="3699" spc="5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today!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88853" y="-681719"/>
            <a:ext cx="14143173" cy="11650439"/>
          </a:xfrm>
          <a:custGeom>
            <a:avLst/>
            <a:gdLst/>
            <a:ahLst/>
            <a:cxnLst/>
            <a:rect r="r" b="b" t="t" l="l"/>
            <a:pathLst>
              <a:path h="11650439" w="14143173">
                <a:moveTo>
                  <a:pt x="0" y="0"/>
                </a:moveTo>
                <a:lnTo>
                  <a:pt x="14143173" y="0"/>
                </a:lnTo>
                <a:lnTo>
                  <a:pt x="14143173" y="11650438"/>
                </a:lnTo>
                <a:lnTo>
                  <a:pt x="0" y="1165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29301" y="3832569"/>
            <a:ext cx="11517398" cy="9487457"/>
          </a:xfrm>
          <a:custGeom>
            <a:avLst/>
            <a:gdLst/>
            <a:ahLst/>
            <a:cxnLst/>
            <a:rect r="r" b="b" t="t" l="l"/>
            <a:pathLst>
              <a:path h="9487457" w="11517398">
                <a:moveTo>
                  <a:pt x="0" y="0"/>
                </a:moveTo>
                <a:lnTo>
                  <a:pt x="11517398" y="0"/>
                </a:lnTo>
                <a:lnTo>
                  <a:pt x="11517398" y="9487457"/>
                </a:lnTo>
                <a:lnTo>
                  <a:pt x="0" y="948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45473" y="3871877"/>
            <a:ext cx="11217695" cy="1631209"/>
          </a:xfrm>
          <a:custGeom>
            <a:avLst/>
            <a:gdLst/>
            <a:ahLst/>
            <a:cxnLst/>
            <a:rect r="r" b="b" t="t" l="l"/>
            <a:pathLst>
              <a:path h="1631209" w="11217695">
                <a:moveTo>
                  <a:pt x="0" y="0"/>
                </a:moveTo>
                <a:lnTo>
                  <a:pt x="11217695" y="0"/>
                </a:lnTo>
                <a:lnTo>
                  <a:pt x="11217695" y="1631209"/>
                </a:lnTo>
                <a:lnTo>
                  <a:pt x="0" y="1631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58905" y="5622007"/>
            <a:ext cx="5570190" cy="79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 spc="6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www.boxlang.io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DAGcLo-aSKM</dc:identifier>
  <dcterms:modified xsi:type="dcterms:W3CDTF">2011-08-01T06:04:30Z</dcterms:modified>
  <cp:revision>1</cp:revision>
  <dc:title>Welcome to BOXLANG</dc:title>
</cp:coreProperties>
</file>