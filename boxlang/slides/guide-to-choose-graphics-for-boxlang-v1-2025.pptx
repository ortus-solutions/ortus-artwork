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Fira Sans Light" charset="1" panose="020B0403050000020004"/>
      <p:regular r:id="rId27"/>
    </p:embeddedFont>
    <p:embeddedFont>
      <p:font typeface="Poppins" charset="1" panose="00000500000000000000"/>
      <p:regular r:id="rId28"/>
    </p:embeddedFont>
    <p:embeddedFont>
      <p:font typeface="Fira Sans Bold" charset="1" panose="020B0803050000020004"/>
      <p:regular r:id="rId29"/>
    </p:embeddedFont>
    <p:embeddedFont>
      <p:font typeface="Fira Sans" charset="1" panose="020B05030500000200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TextBox 12" id="12"/>
          <p:cNvSpPr txBox="true"/>
          <p:nvPr/>
        </p:nvSpPr>
        <p:spPr>
          <a:xfrm rot="0">
            <a:off x="1028700" y="8295177"/>
            <a:ext cx="1199344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Unlock Unlimited Potential and Secure Long-Term Success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4144764"/>
            <a:ext cx="7315200" cy="1810078"/>
            <a:chOff x="0" y="0"/>
            <a:chExt cx="9753600" cy="24134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53600" cy="1418309"/>
            </a:xfrm>
            <a:custGeom>
              <a:avLst/>
              <a:gdLst/>
              <a:ahLst/>
              <a:cxnLst/>
              <a:rect r="r" b="b" t="t" l="l"/>
              <a:pathLst>
                <a:path h="141830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18309"/>
                  </a:lnTo>
                  <a:lnTo>
                    <a:pt x="0" y="1418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1616512"/>
              <a:ext cx="7319580" cy="796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39"/>
                </a:lnSpc>
                <a:spcBef>
                  <a:spcPct val="0"/>
                </a:spcBef>
              </a:pPr>
              <a:r>
                <a:rPr lang="en-US" sz="3699">
                  <a:solidFill>
                    <a:srgbClr val="00FF75"/>
                  </a:solidFill>
                  <a:latin typeface="Poppins"/>
                  <a:ea typeface="Poppins"/>
                  <a:cs typeface="Poppins"/>
                  <a:sym typeface="Poppins"/>
                </a:rPr>
                <a:t>Graphics Guide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7804119" y="400856"/>
            <a:ext cx="35461758" cy="18074809"/>
          </a:xfrm>
          <a:custGeom>
            <a:avLst/>
            <a:gdLst/>
            <a:ahLst/>
            <a:cxnLst/>
            <a:rect r="r" b="b" t="t" l="l"/>
            <a:pathLst>
              <a:path h="18074809" w="35461758">
                <a:moveTo>
                  <a:pt x="0" y="0"/>
                </a:moveTo>
                <a:lnTo>
                  <a:pt x="35461758" y="0"/>
                </a:lnTo>
                <a:lnTo>
                  <a:pt x="35461758" y="18074809"/>
                </a:lnTo>
                <a:lnTo>
                  <a:pt x="0" y="18074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5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85197" y="9666617"/>
            <a:ext cx="2034980" cy="295914"/>
          </a:xfrm>
          <a:custGeom>
            <a:avLst/>
            <a:gdLst/>
            <a:ahLst/>
            <a:cxnLst/>
            <a:rect r="r" b="b" t="t" l="l"/>
            <a:pathLst>
              <a:path h="295914" w="2034980">
                <a:moveTo>
                  <a:pt x="0" y="0"/>
                </a:moveTo>
                <a:lnTo>
                  <a:pt x="2034981" y="0"/>
                </a:lnTo>
                <a:lnTo>
                  <a:pt x="2034981" y="295914"/>
                </a:lnTo>
                <a:lnTo>
                  <a:pt x="0" y="29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72592" y="721678"/>
            <a:ext cx="431170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FF75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GRÁFICOS ABSTRACTOS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2592" y="1221422"/>
            <a:ext cx="2094309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Graphics Guide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592" y="2722410"/>
            <a:ext cx="15964439" cy="504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La seleccion de imagenes y graficas utilizadas para la identidad de BoxLang se guian bajo la linea de</a:t>
            </a:r>
            <a:r>
              <a:rPr lang="en-US" sz="3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"gráficos abstractos". 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Estos gráficos no representan de manera literal lo que se habla, sino que utilizan formas, colores, patrones y otros elementos visuales de manera no figurativa para transmitir una idea, concepto o sentimiento. 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Los gráficos abstractos son utilizados para dar una identidad visual única y estilizada a un producto sin necesariamente representar objetos o escenas concretas.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7804119" y="400856"/>
            <a:ext cx="35461758" cy="18074809"/>
          </a:xfrm>
          <a:custGeom>
            <a:avLst/>
            <a:gdLst/>
            <a:ahLst/>
            <a:cxnLst/>
            <a:rect r="r" b="b" t="t" l="l"/>
            <a:pathLst>
              <a:path h="18074809" w="35461758">
                <a:moveTo>
                  <a:pt x="0" y="0"/>
                </a:moveTo>
                <a:lnTo>
                  <a:pt x="35461758" y="0"/>
                </a:lnTo>
                <a:lnTo>
                  <a:pt x="35461758" y="18074809"/>
                </a:lnTo>
                <a:lnTo>
                  <a:pt x="0" y="18074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5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85197" y="9666617"/>
            <a:ext cx="2034980" cy="295914"/>
          </a:xfrm>
          <a:custGeom>
            <a:avLst/>
            <a:gdLst/>
            <a:ahLst/>
            <a:cxnLst/>
            <a:rect r="r" b="b" t="t" l="l"/>
            <a:pathLst>
              <a:path h="295914" w="2034980">
                <a:moveTo>
                  <a:pt x="0" y="0"/>
                </a:moveTo>
                <a:lnTo>
                  <a:pt x="2034981" y="0"/>
                </a:lnTo>
                <a:lnTo>
                  <a:pt x="2034981" y="295914"/>
                </a:lnTo>
                <a:lnTo>
                  <a:pt x="0" y="29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72592" y="721678"/>
            <a:ext cx="431170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FF75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GRÁFICOS ABSTRACTOS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2592" y="1221422"/>
            <a:ext cx="2094309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Graphics Guide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592" y="4555490"/>
            <a:ext cx="15964439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Para representar conceptos sin ser literal y sin usar personajes específicos como vectores, puedes optar por los siguientes tipos de gráficos: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7804119" y="400856"/>
            <a:ext cx="35461758" cy="18074809"/>
          </a:xfrm>
          <a:custGeom>
            <a:avLst/>
            <a:gdLst/>
            <a:ahLst/>
            <a:cxnLst/>
            <a:rect r="r" b="b" t="t" l="l"/>
            <a:pathLst>
              <a:path h="18074809" w="35461758">
                <a:moveTo>
                  <a:pt x="0" y="0"/>
                </a:moveTo>
                <a:lnTo>
                  <a:pt x="35461758" y="0"/>
                </a:lnTo>
                <a:lnTo>
                  <a:pt x="35461758" y="18074809"/>
                </a:lnTo>
                <a:lnTo>
                  <a:pt x="0" y="18074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5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85197" y="9666617"/>
            <a:ext cx="2034980" cy="295914"/>
          </a:xfrm>
          <a:custGeom>
            <a:avLst/>
            <a:gdLst/>
            <a:ahLst/>
            <a:cxnLst/>
            <a:rect r="r" b="b" t="t" l="l"/>
            <a:pathLst>
              <a:path h="295914" w="2034980">
                <a:moveTo>
                  <a:pt x="0" y="0"/>
                </a:moveTo>
                <a:lnTo>
                  <a:pt x="2034981" y="0"/>
                </a:lnTo>
                <a:lnTo>
                  <a:pt x="2034981" y="295914"/>
                </a:lnTo>
                <a:lnTo>
                  <a:pt x="0" y="29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46986" y="1028700"/>
            <a:ext cx="7201492" cy="3951261"/>
          </a:xfrm>
          <a:custGeom>
            <a:avLst/>
            <a:gdLst/>
            <a:ahLst/>
            <a:cxnLst/>
            <a:rect r="r" b="b" t="t" l="l"/>
            <a:pathLst>
              <a:path h="3951261" w="7201492">
                <a:moveTo>
                  <a:pt x="0" y="0"/>
                </a:moveTo>
                <a:lnTo>
                  <a:pt x="7201492" y="0"/>
                </a:lnTo>
                <a:lnTo>
                  <a:pt x="7201492" y="3951261"/>
                </a:lnTo>
                <a:lnTo>
                  <a:pt x="0" y="3951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93789" y="1906119"/>
            <a:ext cx="5726748" cy="5434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Iconos abstractos y simbólicos:</a:t>
            </a: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Iconos geométricos: Utiliza formas geométricas simples como círculos, cuadrados y triángulos para simbolizar diferentes conceptos. </a:t>
            </a:r>
          </a:p>
          <a:p>
            <a:pPr algn="l">
              <a:lnSpc>
                <a:spcPts val="3360"/>
              </a:lnSpc>
            </a:pP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Iconos estilizados: Diseña iconos que representen conceptos de manera estilizada y abstracta. Un simple símbolo de una cabeza sin detalles específicos puede sugerir un usuario sin ser literal.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0084886" y="7388174"/>
            <a:ext cx="4125691" cy="2278443"/>
            <a:chOff x="0" y="0"/>
            <a:chExt cx="5500921" cy="30379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3321"/>
              <a:ext cx="1232482" cy="1232482"/>
            </a:xfrm>
            <a:custGeom>
              <a:avLst/>
              <a:gdLst/>
              <a:ahLst/>
              <a:cxnLst/>
              <a:rect r="r" b="b" t="t" l="l"/>
              <a:pathLst>
                <a:path h="1232482" w="1232482">
                  <a:moveTo>
                    <a:pt x="0" y="0"/>
                  </a:moveTo>
                  <a:lnTo>
                    <a:pt x="1232482" y="0"/>
                  </a:lnTo>
                  <a:lnTo>
                    <a:pt x="1232482" y="1232482"/>
                  </a:lnTo>
                  <a:lnTo>
                    <a:pt x="0" y="1232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099377" y="24359"/>
              <a:ext cx="1210407" cy="1210407"/>
            </a:xfrm>
            <a:custGeom>
              <a:avLst/>
              <a:gdLst/>
              <a:ahLst/>
              <a:cxnLst/>
              <a:rect r="r" b="b" t="t" l="l"/>
              <a:pathLst>
                <a:path h="1210407" w="1210407">
                  <a:moveTo>
                    <a:pt x="0" y="0"/>
                  </a:moveTo>
                  <a:lnTo>
                    <a:pt x="1210407" y="0"/>
                  </a:lnTo>
                  <a:lnTo>
                    <a:pt x="1210407" y="1210407"/>
                  </a:lnTo>
                  <a:lnTo>
                    <a:pt x="0" y="1210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231265" y="0"/>
              <a:ext cx="1259124" cy="1259124"/>
            </a:xfrm>
            <a:custGeom>
              <a:avLst/>
              <a:gdLst/>
              <a:ahLst/>
              <a:cxnLst/>
              <a:rect r="r" b="b" t="t" l="l"/>
              <a:pathLst>
                <a:path h="1259124" w="1259124">
                  <a:moveTo>
                    <a:pt x="0" y="0"/>
                  </a:moveTo>
                  <a:lnTo>
                    <a:pt x="1259125" y="0"/>
                  </a:lnTo>
                  <a:lnTo>
                    <a:pt x="1259125" y="1259124"/>
                  </a:lnTo>
                  <a:lnTo>
                    <a:pt x="0" y="1259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094" y="1797684"/>
              <a:ext cx="1200294" cy="1200294"/>
            </a:xfrm>
            <a:custGeom>
              <a:avLst/>
              <a:gdLst/>
              <a:ahLst/>
              <a:cxnLst/>
              <a:rect r="r" b="b" t="t" l="l"/>
              <a:pathLst>
                <a:path h="1200294" w="1200294">
                  <a:moveTo>
                    <a:pt x="0" y="0"/>
                  </a:moveTo>
                  <a:lnTo>
                    <a:pt x="1200294" y="0"/>
                  </a:lnTo>
                  <a:lnTo>
                    <a:pt x="1200294" y="1200293"/>
                  </a:lnTo>
                  <a:lnTo>
                    <a:pt x="0" y="1200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220734" y="1757737"/>
              <a:ext cx="1280187" cy="1280187"/>
            </a:xfrm>
            <a:custGeom>
              <a:avLst/>
              <a:gdLst/>
              <a:ahLst/>
              <a:cxnLst/>
              <a:rect r="r" b="b" t="t" l="l"/>
              <a:pathLst>
                <a:path h="1280187" w="1280187">
                  <a:moveTo>
                    <a:pt x="0" y="0"/>
                  </a:moveTo>
                  <a:lnTo>
                    <a:pt x="1280187" y="0"/>
                  </a:lnTo>
                  <a:lnTo>
                    <a:pt x="1280187" y="1280187"/>
                  </a:lnTo>
                  <a:lnTo>
                    <a:pt x="0" y="1280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077349" y="1770599"/>
              <a:ext cx="1254463" cy="1254463"/>
            </a:xfrm>
            <a:custGeom>
              <a:avLst/>
              <a:gdLst/>
              <a:ahLst/>
              <a:cxnLst/>
              <a:rect r="r" b="b" t="t" l="l"/>
              <a:pathLst>
                <a:path h="1254463" w="1254463">
                  <a:moveTo>
                    <a:pt x="0" y="0"/>
                  </a:moveTo>
                  <a:lnTo>
                    <a:pt x="1254463" y="0"/>
                  </a:lnTo>
                  <a:lnTo>
                    <a:pt x="1254463" y="1254463"/>
                  </a:lnTo>
                  <a:lnTo>
                    <a:pt x="0" y="1254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72592" y="721678"/>
            <a:ext cx="431170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FF75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GRÁFICOS ABSTRACTOS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2592" y="1221422"/>
            <a:ext cx="2094309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Graphics Guide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2592" y="1848969"/>
            <a:ext cx="419639" cy="92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b="true" sz="5399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46986" y="5056161"/>
            <a:ext cx="7201492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El Hexágono ha sido la figura mas utilizada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46986" y="6319993"/>
            <a:ext cx="7201492" cy="78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Los iconos por lo general se utilizan con el gradient color de la siguiente manere: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46059" y="3608314"/>
            <a:ext cx="5914133" cy="5829946"/>
          </a:xfrm>
          <a:custGeom>
            <a:avLst/>
            <a:gdLst/>
            <a:ahLst/>
            <a:cxnLst/>
            <a:rect r="r" b="b" t="t" l="l"/>
            <a:pathLst>
              <a:path h="5829946" w="5914133">
                <a:moveTo>
                  <a:pt x="0" y="0"/>
                </a:moveTo>
                <a:lnTo>
                  <a:pt x="5914133" y="0"/>
                </a:lnTo>
                <a:lnTo>
                  <a:pt x="5914133" y="5829946"/>
                </a:lnTo>
                <a:lnTo>
                  <a:pt x="0" y="58299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7804119" y="400856"/>
            <a:ext cx="35461758" cy="18074809"/>
          </a:xfrm>
          <a:custGeom>
            <a:avLst/>
            <a:gdLst/>
            <a:ahLst/>
            <a:cxnLst/>
            <a:rect r="r" b="b" t="t" l="l"/>
            <a:pathLst>
              <a:path h="18074809" w="35461758">
                <a:moveTo>
                  <a:pt x="0" y="0"/>
                </a:moveTo>
                <a:lnTo>
                  <a:pt x="35461758" y="0"/>
                </a:lnTo>
                <a:lnTo>
                  <a:pt x="35461758" y="18074809"/>
                </a:lnTo>
                <a:lnTo>
                  <a:pt x="0" y="180748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0225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885197" y="9666617"/>
            <a:ext cx="2034980" cy="295914"/>
          </a:xfrm>
          <a:custGeom>
            <a:avLst/>
            <a:gdLst/>
            <a:ahLst/>
            <a:cxnLst/>
            <a:rect r="r" b="b" t="t" l="l"/>
            <a:pathLst>
              <a:path h="295914" w="2034980">
                <a:moveTo>
                  <a:pt x="0" y="0"/>
                </a:moveTo>
                <a:lnTo>
                  <a:pt x="2034981" y="0"/>
                </a:lnTo>
                <a:lnTo>
                  <a:pt x="2034981" y="295914"/>
                </a:lnTo>
                <a:lnTo>
                  <a:pt x="0" y="295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911462" y="219315"/>
            <a:ext cx="4660229" cy="4651951"/>
          </a:xfrm>
          <a:custGeom>
            <a:avLst/>
            <a:gdLst/>
            <a:ahLst/>
            <a:cxnLst/>
            <a:rect r="r" b="b" t="t" l="l"/>
            <a:pathLst>
              <a:path h="4651951" w="4660229">
                <a:moveTo>
                  <a:pt x="0" y="0"/>
                </a:moveTo>
                <a:lnTo>
                  <a:pt x="4660229" y="0"/>
                </a:lnTo>
                <a:lnTo>
                  <a:pt x="4660229" y="4651951"/>
                </a:lnTo>
                <a:lnTo>
                  <a:pt x="0" y="46519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898317" y="2791112"/>
            <a:ext cx="5113445" cy="5095280"/>
          </a:xfrm>
          <a:custGeom>
            <a:avLst/>
            <a:gdLst/>
            <a:ahLst/>
            <a:cxnLst/>
            <a:rect r="r" b="b" t="t" l="l"/>
            <a:pathLst>
              <a:path h="5095280" w="5113445">
                <a:moveTo>
                  <a:pt x="0" y="0"/>
                </a:moveTo>
                <a:lnTo>
                  <a:pt x="5113445" y="0"/>
                </a:lnTo>
                <a:lnTo>
                  <a:pt x="5113445" y="5095280"/>
                </a:lnTo>
                <a:lnTo>
                  <a:pt x="0" y="5095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72592" y="721678"/>
            <a:ext cx="431170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FF75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GRÁFICOS ABSTRACTOS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2592" y="1221422"/>
            <a:ext cx="2094309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Graphics Guide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2592" y="2032845"/>
            <a:ext cx="419639" cy="92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b="true" sz="5399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93789" y="2089995"/>
            <a:ext cx="4269129" cy="669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Patrones y texturas:</a:t>
            </a: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Patr</a:t>
            </a: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ones repetitivos: Usa patrones repetitivos para transmitir ideas de multiplicidad o diversidad. </a:t>
            </a:r>
          </a:p>
          <a:p>
            <a:pPr algn="l">
              <a:lnSpc>
                <a:spcPts val="3360"/>
              </a:lnSpc>
            </a:pP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Texturas abstractas: Aplicar texturas abstractas puede añadir profundidad y significado sin ser literal. Texturas suaves pueden representar facilidad, mientras que texturas rugosas pueden sugerir desafío.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7804119" y="400856"/>
            <a:ext cx="35461758" cy="18074809"/>
          </a:xfrm>
          <a:custGeom>
            <a:avLst/>
            <a:gdLst/>
            <a:ahLst/>
            <a:cxnLst/>
            <a:rect r="r" b="b" t="t" l="l"/>
            <a:pathLst>
              <a:path h="18074809" w="35461758">
                <a:moveTo>
                  <a:pt x="0" y="0"/>
                </a:moveTo>
                <a:lnTo>
                  <a:pt x="35461758" y="0"/>
                </a:lnTo>
                <a:lnTo>
                  <a:pt x="35461758" y="18074809"/>
                </a:lnTo>
                <a:lnTo>
                  <a:pt x="0" y="18074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5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85197" y="9666617"/>
            <a:ext cx="2034980" cy="295914"/>
          </a:xfrm>
          <a:custGeom>
            <a:avLst/>
            <a:gdLst/>
            <a:ahLst/>
            <a:cxnLst/>
            <a:rect r="r" b="b" t="t" l="l"/>
            <a:pathLst>
              <a:path h="295914" w="2034980">
                <a:moveTo>
                  <a:pt x="0" y="0"/>
                </a:moveTo>
                <a:lnTo>
                  <a:pt x="2034981" y="0"/>
                </a:lnTo>
                <a:lnTo>
                  <a:pt x="2034981" y="295914"/>
                </a:lnTo>
                <a:lnTo>
                  <a:pt x="0" y="29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0289" y="4734134"/>
            <a:ext cx="6679584" cy="3612579"/>
          </a:xfrm>
          <a:custGeom>
            <a:avLst/>
            <a:gdLst/>
            <a:ahLst/>
            <a:cxnLst/>
            <a:rect r="r" b="b" t="t" l="l"/>
            <a:pathLst>
              <a:path h="3612579" w="6679584">
                <a:moveTo>
                  <a:pt x="0" y="0"/>
                </a:moveTo>
                <a:lnTo>
                  <a:pt x="6679584" y="0"/>
                </a:lnTo>
                <a:lnTo>
                  <a:pt x="6679584" y="3612578"/>
                </a:lnTo>
                <a:lnTo>
                  <a:pt x="0" y="36125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134268" y="6201996"/>
            <a:ext cx="8368120" cy="3612579"/>
          </a:xfrm>
          <a:custGeom>
            <a:avLst/>
            <a:gdLst/>
            <a:ahLst/>
            <a:cxnLst/>
            <a:rect r="r" b="b" t="t" l="l"/>
            <a:pathLst>
              <a:path h="3612579" w="8368120">
                <a:moveTo>
                  <a:pt x="0" y="0"/>
                </a:moveTo>
                <a:lnTo>
                  <a:pt x="8368119" y="0"/>
                </a:lnTo>
                <a:lnTo>
                  <a:pt x="8368119" y="3612578"/>
                </a:lnTo>
                <a:lnTo>
                  <a:pt x="0" y="36125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200258" y="1448117"/>
            <a:ext cx="4488205" cy="5434631"/>
          </a:xfrm>
          <a:custGeom>
            <a:avLst/>
            <a:gdLst/>
            <a:ahLst/>
            <a:cxnLst/>
            <a:rect r="r" b="b" t="t" l="l"/>
            <a:pathLst>
              <a:path h="5434631" w="4488205">
                <a:moveTo>
                  <a:pt x="0" y="0"/>
                </a:moveTo>
                <a:lnTo>
                  <a:pt x="4488206" y="0"/>
                </a:lnTo>
                <a:lnTo>
                  <a:pt x="4488206" y="5434631"/>
                </a:lnTo>
                <a:lnTo>
                  <a:pt x="0" y="54346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72592" y="721678"/>
            <a:ext cx="431170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FF75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GRÁFICOS ABSTRACTOS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2592" y="1221422"/>
            <a:ext cx="2094309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Graphics Guide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2592" y="2032845"/>
            <a:ext cx="419639" cy="92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b="true" sz="5399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93789" y="2089995"/>
            <a:ext cx="8374698" cy="250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Gráficos infográficos:</a:t>
            </a: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Diagrama</a:t>
            </a: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 abstractos: Usa gráficos de barras, gráficos de líneas, gráficos circulares y otros tipos de diagramas de manera estilizada. Los colores y las formas pueden comunicar datos e información sin imágenes literales.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7804119" y="400856"/>
            <a:ext cx="35461758" cy="18074809"/>
          </a:xfrm>
          <a:custGeom>
            <a:avLst/>
            <a:gdLst/>
            <a:ahLst/>
            <a:cxnLst/>
            <a:rect r="r" b="b" t="t" l="l"/>
            <a:pathLst>
              <a:path h="18074809" w="35461758">
                <a:moveTo>
                  <a:pt x="0" y="0"/>
                </a:moveTo>
                <a:lnTo>
                  <a:pt x="35461758" y="0"/>
                </a:lnTo>
                <a:lnTo>
                  <a:pt x="35461758" y="18074809"/>
                </a:lnTo>
                <a:lnTo>
                  <a:pt x="0" y="18074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5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85197" y="9666617"/>
            <a:ext cx="2034980" cy="295914"/>
          </a:xfrm>
          <a:custGeom>
            <a:avLst/>
            <a:gdLst/>
            <a:ahLst/>
            <a:cxnLst/>
            <a:rect r="r" b="b" t="t" l="l"/>
            <a:pathLst>
              <a:path h="295914" w="2034980">
                <a:moveTo>
                  <a:pt x="0" y="0"/>
                </a:moveTo>
                <a:lnTo>
                  <a:pt x="2034981" y="0"/>
                </a:lnTo>
                <a:lnTo>
                  <a:pt x="2034981" y="295914"/>
                </a:lnTo>
                <a:lnTo>
                  <a:pt x="0" y="29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361756" y="5856454"/>
            <a:ext cx="3990882" cy="3810163"/>
          </a:xfrm>
          <a:custGeom>
            <a:avLst/>
            <a:gdLst/>
            <a:ahLst/>
            <a:cxnLst/>
            <a:rect r="r" b="b" t="t" l="l"/>
            <a:pathLst>
              <a:path h="3810163" w="3990882">
                <a:moveTo>
                  <a:pt x="0" y="0"/>
                </a:moveTo>
                <a:lnTo>
                  <a:pt x="3990882" y="0"/>
                </a:lnTo>
                <a:lnTo>
                  <a:pt x="3990882" y="3810163"/>
                </a:lnTo>
                <a:lnTo>
                  <a:pt x="0" y="38101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88386" y="5848559"/>
            <a:ext cx="4581670" cy="3818058"/>
          </a:xfrm>
          <a:custGeom>
            <a:avLst/>
            <a:gdLst/>
            <a:ahLst/>
            <a:cxnLst/>
            <a:rect r="r" b="b" t="t" l="l"/>
            <a:pathLst>
              <a:path h="3818058" w="4581670">
                <a:moveTo>
                  <a:pt x="0" y="0"/>
                </a:moveTo>
                <a:lnTo>
                  <a:pt x="4581669" y="0"/>
                </a:lnTo>
                <a:lnTo>
                  <a:pt x="4581669" y="3818058"/>
                </a:lnTo>
                <a:lnTo>
                  <a:pt x="0" y="38180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72592" y="721678"/>
            <a:ext cx="431170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FF75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GRÁFICOS ABSTRACTOS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592" y="1221422"/>
            <a:ext cx="2094309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Graphics Guide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2592" y="2032845"/>
            <a:ext cx="419639" cy="92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b="true" sz="5399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93789" y="2089995"/>
            <a:ext cx="8374698" cy="375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Formas orgánicas y fluidas:</a:t>
            </a: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Forma</a:t>
            </a: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 onduladas y fluidas: Usa formas que fluyan y cambien para sugerir dinamismo y movimiento. Esto puede representar procesos, cambios y crecimiento.</a:t>
            </a:r>
          </a:p>
          <a:p>
            <a:pPr algn="l">
              <a:lnSpc>
                <a:spcPts val="3360"/>
              </a:lnSpc>
            </a:pP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Formas asimétricas: Las formas asimétricas pueden dar una sensación de naturalidad y creatividad, sugiriendo conceptos de manera abstracta.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7804119" y="400856"/>
            <a:ext cx="35461758" cy="18074809"/>
          </a:xfrm>
          <a:custGeom>
            <a:avLst/>
            <a:gdLst/>
            <a:ahLst/>
            <a:cxnLst/>
            <a:rect r="r" b="b" t="t" l="l"/>
            <a:pathLst>
              <a:path h="18074809" w="35461758">
                <a:moveTo>
                  <a:pt x="0" y="0"/>
                </a:moveTo>
                <a:lnTo>
                  <a:pt x="35461758" y="0"/>
                </a:lnTo>
                <a:lnTo>
                  <a:pt x="35461758" y="18074809"/>
                </a:lnTo>
                <a:lnTo>
                  <a:pt x="0" y="18074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5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85197" y="9666617"/>
            <a:ext cx="2034980" cy="295914"/>
          </a:xfrm>
          <a:custGeom>
            <a:avLst/>
            <a:gdLst/>
            <a:ahLst/>
            <a:cxnLst/>
            <a:rect r="r" b="b" t="t" l="l"/>
            <a:pathLst>
              <a:path h="295914" w="2034980">
                <a:moveTo>
                  <a:pt x="0" y="0"/>
                </a:moveTo>
                <a:lnTo>
                  <a:pt x="2034981" y="0"/>
                </a:lnTo>
                <a:lnTo>
                  <a:pt x="2034981" y="295914"/>
                </a:lnTo>
                <a:lnTo>
                  <a:pt x="0" y="29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68487" y="2343150"/>
            <a:ext cx="7827017" cy="5820933"/>
          </a:xfrm>
          <a:custGeom>
            <a:avLst/>
            <a:gdLst/>
            <a:ahLst/>
            <a:cxnLst/>
            <a:rect r="r" b="b" t="t" l="l"/>
            <a:pathLst>
              <a:path h="5820933" w="7827017">
                <a:moveTo>
                  <a:pt x="0" y="0"/>
                </a:moveTo>
                <a:lnTo>
                  <a:pt x="7827017" y="0"/>
                </a:lnTo>
                <a:lnTo>
                  <a:pt x="7827017" y="5820933"/>
                </a:lnTo>
                <a:lnTo>
                  <a:pt x="0" y="5820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72592" y="721678"/>
            <a:ext cx="431170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FF75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GRÁFICOS ABSTRACTOS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592" y="1221422"/>
            <a:ext cx="2094309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Graphics Guide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592" y="2032845"/>
            <a:ext cx="419639" cy="92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b="true" sz="5399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93789" y="2089995"/>
            <a:ext cx="5898198" cy="5434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Gráficos isométric</a:t>
            </a:r>
            <a:r>
              <a:rPr lang="en-US" sz="2400" b="true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os y planos:</a:t>
            </a: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Gráficos isométricos: Estos pueden representar estructuras y procesos de manera tridimensional pero estilizada, proporcionando una sensación de profundidad y complejidad sin ser realistas.</a:t>
            </a:r>
          </a:p>
          <a:p>
            <a:pPr algn="l">
              <a:lnSpc>
                <a:spcPts val="3360"/>
              </a:lnSpc>
            </a:pPr>
          </a:p>
          <a:p>
            <a:pPr algn="l" marL="518166" indent="-259083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Diseños planos: Usa gráficos planos con formas y colores limpios para representar conceptos de manera moderna y minimalista.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7804119" y="400856"/>
            <a:ext cx="35461758" cy="18074809"/>
          </a:xfrm>
          <a:custGeom>
            <a:avLst/>
            <a:gdLst/>
            <a:ahLst/>
            <a:cxnLst/>
            <a:rect r="r" b="b" t="t" l="l"/>
            <a:pathLst>
              <a:path h="18074809" w="35461758">
                <a:moveTo>
                  <a:pt x="0" y="0"/>
                </a:moveTo>
                <a:lnTo>
                  <a:pt x="35461758" y="0"/>
                </a:lnTo>
                <a:lnTo>
                  <a:pt x="35461758" y="18074809"/>
                </a:lnTo>
                <a:lnTo>
                  <a:pt x="0" y="18074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5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85197" y="9666617"/>
            <a:ext cx="2034980" cy="295914"/>
          </a:xfrm>
          <a:custGeom>
            <a:avLst/>
            <a:gdLst/>
            <a:ahLst/>
            <a:cxnLst/>
            <a:rect r="r" b="b" t="t" l="l"/>
            <a:pathLst>
              <a:path h="295914" w="2034980">
                <a:moveTo>
                  <a:pt x="0" y="0"/>
                </a:moveTo>
                <a:lnTo>
                  <a:pt x="2034981" y="0"/>
                </a:lnTo>
                <a:lnTo>
                  <a:pt x="2034981" y="295914"/>
                </a:lnTo>
                <a:lnTo>
                  <a:pt x="0" y="29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790334" y="4365305"/>
            <a:ext cx="2707332" cy="139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39"/>
              </a:lnSpc>
              <a:spcBef>
                <a:spcPct val="0"/>
              </a:spcBef>
            </a:pPr>
            <a:r>
              <a:rPr lang="en-US" b="true" sz="8099">
                <a:solidFill>
                  <a:srgbClr val="00FF75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IDEAS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74523" y="1655890"/>
            <a:ext cx="12738954" cy="6975220"/>
          </a:xfrm>
          <a:custGeom>
            <a:avLst/>
            <a:gdLst/>
            <a:ahLst/>
            <a:cxnLst/>
            <a:rect r="r" b="b" t="t" l="l"/>
            <a:pathLst>
              <a:path h="6975220" w="12738954">
                <a:moveTo>
                  <a:pt x="0" y="0"/>
                </a:moveTo>
                <a:lnTo>
                  <a:pt x="12738954" y="0"/>
                </a:lnTo>
                <a:lnTo>
                  <a:pt x="12738954" y="6975220"/>
                </a:lnTo>
                <a:lnTo>
                  <a:pt x="0" y="6975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74523" y="1655890"/>
            <a:ext cx="12738954" cy="6975220"/>
          </a:xfrm>
          <a:custGeom>
            <a:avLst/>
            <a:gdLst/>
            <a:ahLst/>
            <a:cxnLst/>
            <a:rect r="r" b="b" t="t" l="l"/>
            <a:pathLst>
              <a:path h="6975220" w="12738954">
                <a:moveTo>
                  <a:pt x="0" y="0"/>
                </a:moveTo>
                <a:lnTo>
                  <a:pt x="12738954" y="0"/>
                </a:lnTo>
                <a:lnTo>
                  <a:pt x="12738954" y="6975220"/>
                </a:lnTo>
                <a:lnTo>
                  <a:pt x="0" y="6975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08342" y="2340328"/>
            <a:ext cx="8671315" cy="5606344"/>
          </a:xfrm>
          <a:custGeom>
            <a:avLst/>
            <a:gdLst/>
            <a:ahLst/>
            <a:cxnLst/>
            <a:rect r="r" b="b" t="t" l="l"/>
            <a:pathLst>
              <a:path h="5606344" w="8671315">
                <a:moveTo>
                  <a:pt x="0" y="0"/>
                </a:moveTo>
                <a:lnTo>
                  <a:pt x="8671316" y="0"/>
                </a:lnTo>
                <a:lnTo>
                  <a:pt x="8671316" y="5606344"/>
                </a:lnTo>
                <a:lnTo>
                  <a:pt x="0" y="5606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70881" y="1613561"/>
            <a:ext cx="12746237" cy="7059877"/>
          </a:xfrm>
          <a:custGeom>
            <a:avLst/>
            <a:gdLst/>
            <a:ahLst/>
            <a:cxnLst/>
            <a:rect r="r" b="b" t="t" l="l"/>
            <a:pathLst>
              <a:path h="7059877" w="12746237">
                <a:moveTo>
                  <a:pt x="0" y="0"/>
                </a:moveTo>
                <a:lnTo>
                  <a:pt x="12746238" y="0"/>
                </a:lnTo>
                <a:lnTo>
                  <a:pt x="12746238" y="7059878"/>
                </a:lnTo>
                <a:lnTo>
                  <a:pt x="0" y="7059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77264" y="1594677"/>
            <a:ext cx="12733471" cy="7097646"/>
          </a:xfrm>
          <a:custGeom>
            <a:avLst/>
            <a:gdLst/>
            <a:ahLst/>
            <a:cxnLst/>
            <a:rect r="r" b="b" t="t" l="l"/>
            <a:pathLst>
              <a:path h="7097646" w="12733471">
                <a:moveTo>
                  <a:pt x="0" y="0"/>
                </a:moveTo>
                <a:lnTo>
                  <a:pt x="12733472" y="0"/>
                </a:lnTo>
                <a:lnTo>
                  <a:pt x="12733472" y="7097646"/>
                </a:lnTo>
                <a:lnTo>
                  <a:pt x="0" y="709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84789" y="2001015"/>
            <a:ext cx="9518421" cy="6284970"/>
          </a:xfrm>
          <a:custGeom>
            <a:avLst/>
            <a:gdLst/>
            <a:ahLst/>
            <a:cxnLst/>
            <a:rect r="r" b="b" t="t" l="l"/>
            <a:pathLst>
              <a:path h="6284970" w="9518421">
                <a:moveTo>
                  <a:pt x="0" y="0"/>
                </a:moveTo>
                <a:lnTo>
                  <a:pt x="9518422" y="0"/>
                </a:lnTo>
                <a:lnTo>
                  <a:pt x="9518422" y="6284970"/>
                </a:lnTo>
                <a:lnTo>
                  <a:pt x="0" y="6284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74817" y="1270298"/>
            <a:ext cx="4644084" cy="8417403"/>
          </a:xfrm>
          <a:custGeom>
            <a:avLst/>
            <a:gdLst/>
            <a:ahLst/>
            <a:cxnLst/>
            <a:rect r="r" b="b" t="t" l="l"/>
            <a:pathLst>
              <a:path h="8417403" w="4644084">
                <a:moveTo>
                  <a:pt x="0" y="0"/>
                </a:moveTo>
                <a:lnTo>
                  <a:pt x="4644084" y="0"/>
                </a:lnTo>
                <a:lnTo>
                  <a:pt x="4644084" y="8417403"/>
                </a:lnTo>
                <a:lnTo>
                  <a:pt x="0" y="8417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25594" y="1270298"/>
            <a:ext cx="5958532" cy="8417403"/>
          </a:xfrm>
          <a:custGeom>
            <a:avLst/>
            <a:gdLst/>
            <a:ahLst/>
            <a:cxnLst/>
            <a:rect r="r" b="b" t="t" l="l"/>
            <a:pathLst>
              <a:path h="8417403" w="5958532">
                <a:moveTo>
                  <a:pt x="0" y="0"/>
                </a:moveTo>
                <a:lnTo>
                  <a:pt x="5958532" y="0"/>
                </a:lnTo>
                <a:lnTo>
                  <a:pt x="5958532" y="8417403"/>
                </a:lnTo>
                <a:lnTo>
                  <a:pt x="0" y="8417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3874" y="1270298"/>
            <a:ext cx="5465384" cy="8417403"/>
          </a:xfrm>
          <a:custGeom>
            <a:avLst/>
            <a:gdLst/>
            <a:ahLst/>
            <a:cxnLst/>
            <a:rect r="r" b="b" t="t" l="l"/>
            <a:pathLst>
              <a:path h="8417403" w="5465384">
                <a:moveTo>
                  <a:pt x="0" y="0"/>
                </a:moveTo>
                <a:lnTo>
                  <a:pt x="5465384" y="0"/>
                </a:lnTo>
                <a:lnTo>
                  <a:pt x="5465384" y="8417403"/>
                </a:lnTo>
                <a:lnTo>
                  <a:pt x="0" y="84174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7422" y="524767"/>
            <a:ext cx="9725789" cy="4618733"/>
          </a:xfrm>
          <a:custGeom>
            <a:avLst/>
            <a:gdLst/>
            <a:ahLst/>
            <a:cxnLst/>
            <a:rect r="r" b="b" t="t" l="l"/>
            <a:pathLst>
              <a:path h="4618733" w="9725789">
                <a:moveTo>
                  <a:pt x="0" y="0"/>
                </a:moveTo>
                <a:lnTo>
                  <a:pt x="9725790" y="0"/>
                </a:lnTo>
                <a:lnTo>
                  <a:pt x="9725790" y="4618733"/>
                </a:lnTo>
                <a:lnTo>
                  <a:pt x="0" y="4618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75972" y="5336616"/>
            <a:ext cx="6036423" cy="4654789"/>
          </a:xfrm>
          <a:custGeom>
            <a:avLst/>
            <a:gdLst/>
            <a:ahLst/>
            <a:cxnLst/>
            <a:rect r="r" b="b" t="t" l="l"/>
            <a:pathLst>
              <a:path h="4654789" w="6036423">
                <a:moveTo>
                  <a:pt x="0" y="0"/>
                </a:moveTo>
                <a:lnTo>
                  <a:pt x="6036423" y="0"/>
                </a:lnTo>
                <a:lnTo>
                  <a:pt x="6036423" y="4654789"/>
                </a:lnTo>
                <a:lnTo>
                  <a:pt x="0" y="4654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7422" y="5336616"/>
            <a:ext cx="3916060" cy="4654789"/>
          </a:xfrm>
          <a:custGeom>
            <a:avLst/>
            <a:gdLst/>
            <a:ahLst/>
            <a:cxnLst/>
            <a:rect r="r" b="b" t="t" l="l"/>
            <a:pathLst>
              <a:path h="4654789" w="3916060">
                <a:moveTo>
                  <a:pt x="0" y="0"/>
                </a:moveTo>
                <a:lnTo>
                  <a:pt x="3916060" y="0"/>
                </a:lnTo>
                <a:lnTo>
                  <a:pt x="3916060" y="4654789"/>
                </a:lnTo>
                <a:lnTo>
                  <a:pt x="0" y="46547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9109" y="1453391"/>
            <a:ext cx="5798481" cy="6028884"/>
          </a:xfrm>
          <a:custGeom>
            <a:avLst/>
            <a:gdLst/>
            <a:ahLst/>
            <a:cxnLst/>
            <a:rect r="r" b="b" t="t" l="l"/>
            <a:pathLst>
              <a:path h="6028884" w="5798481">
                <a:moveTo>
                  <a:pt x="0" y="0"/>
                </a:moveTo>
                <a:lnTo>
                  <a:pt x="5798481" y="0"/>
                </a:lnTo>
                <a:lnTo>
                  <a:pt x="5798481" y="6028884"/>
                </a:lnTo>
                <a:lnTo>
                  <a:pt x="0" y="602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09426" y="1453391"/>
            <a:ext cx="4869148" cy="6041174"/>
          </a:xfrm>
          <a:custGeom>
            <a:avLst/>
            <a:gdLst/>
            <a:ahLst/>
            <a:cxnLst/>
            <a:rect r="r" b="b" t="t" l="l"/>
            <a:pathLst>
              <a:path h="6041174" w="4869148">
                <a:moveTo>
                  <a:pt x="0" y="0"/>
                </a:moveTo>
                <a:lnTo>
                  <a:pt x="4869148" y="0"/>
                </a:lnTo>
                <a:lnTo>
                  <a:pt x="4869148" y="6041174"/>
                </a:lnTo>
                <a:lnTo>
                  <a:pt x="0" y="60411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9128" y="5252818"/>
            <a:ext cx="4196799" cy="4142058"/>
          </a:xfrm>
          <a:custGeom>
            <a:avLst/>
            <a:gdLst/>
            <a:ahLst/>
            <a:cxnLst/>
            <a:rect r="r" b="b" t="t" l="l"/>
            <a:pathLst>
              <a:path h="4142058" w="4196799">
                <a:moveTo>
                  <a:pt x="0" y="0"/>
                </a:moveTo>
                <a:lnTo>
                  <a:pt x="4196799" y="0"/>
                </a:lnTo>
                <a:lnTo>
                  <a:pt x="4196799" y="4142058"/>
                </a:lnTo>
                <a:lnTo>
                  <a:pt x="0" y="41420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9128" y="892124"/>
            <a:ext cx="12764313" cy="4224423"/>
          </a:xfrm>
          <a:custGeom>
            <a:avLst/>
            <a:gdLst/>
            <a:ahLst/>
            <a:cxnLst/>
            <a:rect r="r" b="b" t="t" l="l"/>
            <a:pathLst>
              <a:path h="4224423" w="12764313">
                <a:moveTo>
                  <a:pt x="0" y="0"/>
                </a:moveTo>
                <a:lnTo>
                  <a:pt x="12764314" y="0"/>
                </a:lnTo>
                <a:lnTo>
                  <a:pt x="12764314" y="4224423"/>
                </a:lnTo>
                <a:lnTo>
                  <a:pt x="0" y="4224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15884" y="5252818"/>
            <a:ext cx="4160467" cy="4142058"/>
          </a:xfrm>
          <a:custGeom>
            <a:avLst/>
            <a:gdLst/>
            <a:ahLst/>
            <a:cxnLst/>
            <a:rect r="r" b="b" t="t" l="l"/>
            <a:pathLst>
              <a:path h="4142058" w="4160467">
                <a:moveTo>
                  <a:pt x="0" y="0"/>
                </a:moveTo>
                <a:lnTo>
                  <a:pt x="4160467" y="0"/>
                </a:lnTo>
                <a:lnTo>
                  <a:pt x="4160467" y="4142058"/>
                </a:lnTo>
                <a:lnTo>
                  <a:pt x="0" y="41420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6308" y="5252818"/>
            <a:ext cx="4107133" cy="4142058"/>
          </a:xfrm>
          <a:custGeom>
            <a:avLst/>
            <a:gdLst/>
            <a:ahLst/>
            <a:cxnLst/>
            <a:rect r="r" b="b" t="t" l="l"/>
            <a:pathLst>
              <a:path h="4142058" w="4107133">
                <a:moveTo>
                  <a:pt x="0" y="0"/>
                </a:moveTo>
                <a:lnTo>
                  <a:pt x="4107134" y="0"/>
                </a:lnTo>
                <a:lnTo>
                  <a:pt x="4107134" y="4142058"/>
                </a:lnTo>
                <a:lnTo>
                  <a:pt x="0" y="41420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99819" y="892124"/>
            <a:ext cx="4219053" cy="4219053"/>
          </a:xfrm>
          <a:custGeom>
            <a:avLst/>
            <a:gdLst/>
            <a:ahLst/>
            <a:cxnLst/>
            <a:rect r="r" b="b" t="t" l="l"/>
            <a:pathLst>
              <a:path h="4219053" w="4219053">
                <a:moveTo>
                  <a:pt x="0" y="0"/>
                </a:moveTo>
                <a:lnTo>
                  <a:pt x="4219053" y="0"/>
                </a:lnTo>
                <a:lnTo>
                  <a:pt x="4219053" y="4219052"/>
                </a:lnTo>
                <a:lnTo>
                  <a:pt x="0" y="42190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99819" y="5252818"/>
            <a:ext cx="4219053" cy="4142058"/>
          </a:xfrm>
          <a:custGeom>
            <a:avLst/>
            <a:gdLst/>
            <a:ahLst/>
            <a:cxnLst/>
            <a:rect r="r" b="b" t="t" l="l"/>
            <a:pathLst>
              <a:path h="4142058" w="4219053">
                <a:moveTo>
                  <a:pt x="0" y="0"/>
                </a:moveTo>
                <a:lnTo>
                  <a:pt x="4219053" y="0"/>
                </a:lnTo>
                <a:lnTo>
                  <a:pt x="4219053" y="4142058"/>
                </a:lnTo>
                <a:lnTo>
                  <a:pt x="0" y="41420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974" r="0" b="-4974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9109" y="1359381"/>
            <a:ext cx="7043130" cy="4683786"/>
          </a:xfrm>
          <a:custGeom>
            <a:avLst/>
            <a:gdLst/>
            <a:ahLst/>
            <a:cxnLst/>
            <a:rect r="r" b="b" t="t" l="l"/>
            <a:pathLst>
              <a:path h="4683786" w="7043130">
                <a:moveTo>
                  <a:pt x="0" y="0"/>
                </a:moveTo>
                <a:lnTo>
                  <a:pt x="7043130" y="0"/>
                </a:lnTo>
                <a:lnTo>
                  <a:pt x="7043130" y="4683787"/>
                </a:lnTo>
                <a:lnTo>
                  <a:pt x="0" y="46837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57308" y="1359381"/>
            <a:ext cx="9201992" cy="6119507"/>
          </a:xfrm>
          <a:custGeom>
            <a:avLst/>
            <a:gdLst/>
            <a:ahLst/>
            <a:cxnLst/>
            <a:rect r="r" b="b" t="t" l="l"/>
            <a:pathLst>
              <a:path h="6119507" w="9201992">
                <a:moveTo>
                  <a:pt x="0" y="0"/>
                </a:moveTo>
                <a:lnTo>
                  <a:pt x="9201992" y="0"/>
                </a:lnTo>
                <a:lnTo>
                  <a:pt x="9201992" y="6119507"/>
                </a:lnTo>
                <a:lnTo>
                  <a:pt x="0" y="6119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9109" y="6269301"/>
            <a:ext cx="7043130" cy="3528538"/>
          </a:xfrm>
          <a:custGeom>
            <a:avLst/>
            <a:gdLst/>
            <a:ahLst/>
            <a:cxnLst/>
            <a:rect r="r" b="b" t="t" l="l"/>
            <a:pathLst>
              <a:path h="3528538" w="7043130">
                <a:moveTo>
                  <a:pt x="0" y="0"/>
                </a:moveTo>
                <a:lnTo>
                  <a:pt x="7043130" y="0"/>
                </a:lnTo>
                <a:lnTo>
                  <a:pt x="7043130" y="3528538"/>
                </a:lnTo>
                <a:lnTo>
                  <a:pt x="0" y="3528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4207" y="377078"/>
            <a:ext cx="3989487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Evitemos llegar a esto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E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DAGJGu88iAk</dc:identifier>
  <dcterms:modified xsi:type="dcterms:W3CDTF">2011-08-01T06:04:30Z</dcterms:modified>
  <cp:revision>1</cp:revision>
  <dc:title>Guide to choose graphics for BL</dc:title>
</cp:coreProperties>
</file>